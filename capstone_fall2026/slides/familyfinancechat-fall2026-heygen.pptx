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FamilyFinanceChat. Two jobs this semester: make the platform solid, and give the client a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student practises financial advising against an A-I client — a realistic family, grounded in the course documents, so it does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question is scored automatically, and the instructor sees the results in 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scale: unlimited practice at any hour, without booking a human role-player.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works today. Students use it. But three things hurt. We are three versions behind the software we run on, and catching up gets harder.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professor's grading tool runs on a laptop. Using it takes a terminal and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every deployment needs manual steps people forget, so things break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gap between a system that works and one you can hand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rule governs everything. We never modify the core of Open WebUI, the platform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team inherited six and a half thousand lines of that code, forked here. It froze us on one old version. They removed all of it. Our version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the test for anything we build: could we take their next release tomorrow, unchanged?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job is unglamorous, and the course depends on it. Upgrade to the current version one step at a time — these upgrades change the database, and you cannot undo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professor a web address, not a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 deployment and testing, so a bad change is caught before it reaches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delete the last of the old fork, so nobody brings it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the student types to the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 them to talk to it — a face that listens and answers out loud, in character.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course prepares them for a room with a real family, where you ask the hard question out loud, once, while somebody watches. You cannot rehearse that with a backspace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how do we add a face without breaking that rule?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build it beside the platform — a separate app in its own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student speaks to it, it asks Open WebUI for the answer, and Open WebUI stays untouched. Same brain, same 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does not work out, we delete one container. The rule chose the better design for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 decide whether this is real. Speed — the client must answer in about one point two seconds, or it stops feeling like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— about four hundred dollars a semester for a class of forty, hard-capped.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Permission — student voice and video are education records. Consent is settled in week two, before anything is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any one fails, the answer is no. And no is an acceptable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September, students can talk to it — voice only, no face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twentieth of October we pick an avatar provider, or decide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week later, the platform is upgraded.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mid-November, five students complete full spoken sessions, graded like any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Voice-only ships in September either way. That is what makes the ambitious part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what finished looks like. A professor grades from a web address — no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Deployments are automatic; a bad change is caught before it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we know, from the scoring system we already have, whether talking to an avatar makes better advisors. That may come back negative. We publish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goal is not to finish this system. It is to leave one where the interesting work is the teaching, not the plumbing.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