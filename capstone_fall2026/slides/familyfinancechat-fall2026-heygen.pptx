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Family Finance Chat. Two jobs this semester: make it solid, and give it a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Picture a student practising a hard conversation about money. Across from them, an A-I family built from the course documents. It never invents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question is scored, and the professor sees it all in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that's the real gift. Practice at midnight, a hundred times, with nobody's schedule to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works. Students use it today. But three things hold it back. We're three versions behind the software underneath, and the gap grows monthly.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professor's grading tool only runs on a laptop, and takes a terminal and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every deployment leans on steps someone has to remember. Sometimes they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it's glamorous. But it's the distance between a system that works and one you can hand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rule shapes everything: we never touch the core of Open Web U-I, the platform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team learned the hard way. Six and a half thousand lines of copied code, frozen on one old version. They deleted it all. Ours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we build anything we ask: if they shipped a release tomorrow, would we still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job is what the course depends on. Upgrade to current, one careful step at a time. These rewrite the database. There's no 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professor a web address. No laptop, no terminal, no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 the testing, so a bad change is caught by us, not a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clear out the last of that old fork, so nobody drags it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part we're excited about. Today, the student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 them to speak. To a face that listens and answers out loud, in character.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soon they'll sit with a real family, asking the hardest question out loud, once, while everyone watches. You can't rehearse that with a backspace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how do we add a face without breaking our rule?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don't build it inside the platform. We build it alongside. Its own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student talks to it, it asks Open Web U-I for the answer, and the platform never notices. Same brain, same 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if it doesn't pan out, we delete one container. The rule didn't limit the design. It gave us a better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 tell us whether this is real. Speed. It answers in about one point two seconds, or it stops feeling like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Cost. Around four hundred dollars a semester for a class of forty, capped so it can't surprise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permission. A student's voice and face are protected records. Consent is settled in week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any one fails, we stop. And stopping is a perfectly good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late September, students can talk to it. Voice only, no face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twentieth of October, we pick an avatar provider, or decide not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week later, the platform is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by the middle of November, five students hold full spoken sessions, graded like everyone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version ships in September no matter what. That's what makes the ambitious half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picture December. A professor grading from a web address. No laptop, no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Deployments that run themselves, so a bad change never reaches a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real evidence about whether talking to a face makes better advisors. It might not. We publish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we're not here just to finish a system. We're here to leave one where the interesting work is the teaching, not the plumbing.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