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there.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Mark Fedeenia. I teach finance at Wisconsin, and I want to show you something my students use, and where I'd like to take it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called Family Finance Chat, and right now it's a chat box. By the end of this project, I want it to be a face you talk 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problem I'm trying to solve. My students are learning to advise families about money, and the hard part isn't the arithmetic.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sitting across from people and asking uncomfortable questions well. So we built them somebody to practise on. An A-I family with a real financial situation, taken from the course material, so it doesn't make things 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because every question gets scored automatically, I can see how forty students are doing without reading forty transcripts.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whole thing lives in a browser, on a cloud machine, built on an open source platform called Open Web U-I.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Underneath there are about eight moving parts, and one language model doing the talking.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works. Students use it every week, and that's exactly why the next step is worth taking seriously.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things I want to fix. The first isn't glamorous. We've drifted behind the software underneath us, and every update takes somebody who knows where everything 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the one I'm excited about. I want the student to stop typing.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groundwork. Get current with the platform, and stay current, so upgrades stop being frightening.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grading on the web where any instructor can open it, instead of on one laptop in my office.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make deployment automatic, so improving this thing doesn't depend on one person remembering the steps.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interesting part. Right now a student types a question and reads an answer, which is nothing like the job.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them to say it out loud, to a face that listens, waits, and answers back in character.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in a real meeting you get one shot. You ask the hard question out loud, once, while a family watches your face.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practise that with a keyboard. There's no backspace key in that room.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actual project. There are a dozen companies now doing real time avatars, and none of them have been tested for something like this. Somebody has to find out which one holds 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 matters most. If it takes longer than about a second to answer, it stops feeling like a conversation and starts feeling like a machine.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cost, per student, per semester, with a ceiling we can actually live with.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permission, because a student's voice and face are protected records, and that gets settled before anyone records anything.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Whatever wins has to bolt on beside what we already have, not replace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separate service that handles the talking.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asks the existing system for the answer, so the grading and the course material keep working exactly as they do now. And if it turns out not to be worth it, we switch it off and lose nothing.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want by the end of the term is students actually talking to this thing.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 want to know whether it makes them better at the job. Measured, not guessed.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might turn out that it doesn't, and that's a finding worth publishing too. If that sounds like a semester well spent, come build it with 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